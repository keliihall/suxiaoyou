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698480" cy="731520"/>
          </a:xfrm>
          <a:prstGeom prst="rect">
            <a:avLst/>
          </a:prstGeom>
          <a:noFill/>
        </p:spPr>
        <p:txBody>
          <a:bodyPr wrap="none" lIns="109728" rIns="109728" tIns="54864" bIns="54864">
            <a:spAutoFit/>
          </a:bodyPr>
          <a:lstStyle/>
          <a:p>
            <a:pPr algn="l"/>
            <a:r>
              <a:rPr sz="5000" b="1">
                <a:solidFill>
                  <a:srgbClr val="0F172A"/>
                </a:solidFill>
                <a:latin typeface="Arial Unicode MS"/>
              </a:rPr>
              <a:t>{{project_name}}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424160" cy="365760"/>
          </a:xfrm>
          <a:prstGeom prst="rect">
            <a:avLst/>
          </a:prstGeom>
          <a:noFill/>
        </p:spPr>
        <p:txBody>
          <a:bodyPr wrap="none" lIns="109728" rIns="109728" tIns="54864" bIns="54864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Arial Unicode MS"/>
              </a:rPr>
              <a:t>{{period}}  ·  {{owner}}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38528"/>
            <a:ext cx="55778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54864" bIns="54864"/>
          <a:lstStyle/>
          <a:p>
            <a:pPr algn="l"/>
            <a:r>
              <a:rPr sz="2400" b="0">
                <a:solidFill>
                  <a:srgbClr val="172033"/>
                </a:solidFill>
                <a:latin typeface="Arial Unicode MS"/>
              </a:rPr>
              <a:t>{{summary}}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1968" y="1938528"/>
          <a:ext cx="4828032" cy="3593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593592"/>
              </a:tblGrid>
              <a:tr h="119786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15E59"/>
                          </a:solidFill>
                          <a:latin typeface="Arial Unicode MS"/>
                        </a:rPr>
                        <a:t>状态</a:t>
                      </a:r>
                    </a:p>
                  </a:txBody>
                  <a:tcPr marL="146304" marR="146304" marT="91440" marB="91440"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rial Unicode MS"/>
                        </a:rPr>
                        <a:t>{{status}}</a:t>
                      </a:r>
                    </a:p>
                  </a:txBody>
                  <a:tcPr marL="146304" marR="146304" marT="91440" marB="91440" anchor="ctr">
                    <a:solidFill>
                      <a:srgbClr val="FFFFFF"/>
                    </a:solidFill>
                  </a:tcPr>
                </a:tc>
              </a:tr>
              <a:tr h="119786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15E59"/>
                          </a:solidFill>
                          <a:latin typeface="Arial Unicode MS"/>
                        </a:rPr>
                        <a:t>下一步</a:t>
                      </a:r>
                    </a:p>
                  </a:txBody>
                  <a:tcPr marL="146304" marR="146304" marT="91440" marB="91440"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rial Unicode MS"/>
                        </a:rPr>
                        <a:t>{{next_step}}</a:t>
                      </a:r>
                    </a:p>
                  </a:txBody>
                  <a:tcPr marL="146304" marR="146304" marT="91440" marB="91440" anchor="ctr">
                    <a:solidFill>
                      <a:srgbClr val="FFFFFF"/>
                    </a:solidFill>
                  </a:tcPr>
                </a:tc>
              </a:tr>
              <a:tr h="119786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15E59"/>
                          </a:solidFill>
                          <a:latin typeface="Arial Unicode MS"/>
                        </a:rPr>
                        <a:t>负责人</a:t>
                      </a:r>
                    </a:p>
                  </a:txBody>
                  <a:tcPr marL="146304" marR="146304" marT="91440" marB="91440"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rial Unicode MS"/>
                        </a:rPr>
                        <a:t>{{owner}}</a:t>
                      </a:r>
                    </a:p>
                  </a:txBody>
                  <a:tcPr marL="146304" marR="146304" marT="91440" marB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144768"/>
            <a:ext cx="10698480" cy="256032"/>
          </a:xfrm>
          <a:prstGeom prst="rect">
            <a:avLst/>
          </a:prstGeom>
          <a:noFill/>
        </p:spPr>
        <p:txBody>
          <a:bodyPr wrap="none" lIns="109728" rIns="109728" tIns="54864" bIns="54864">
            <a:spAutoFit/>
          </a:bodyPr>
          <a:lstStyle/>
          <a:p>
            <a:pPr algn="r"/>
            <a:r>
              <a:rPr sz="1600" b="0">
                <a:solidFill>
                  <a:srgbClr val="94A3B8"/>
                </a:solidFill>
                <a:latin typeface="Arial Unicode MS"/>
              </a:rPr>
              <a:t>苏小有 · 项目状态更新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项目状态更新模板</dc:title>
  <dc:subject/>
  <dc:creator>苏小有</dc:creator>
  <cp:keywords/>
  <dc:description>generated using python-pptx</dc:description>
  <cp:lastModifiedBy>苏小有</cp:lastModifiedBy>
  <cp:revision>1</cp:revision>
  <dcterms:created xsi:type="dcterms:W3CDTF">2026-01-01T00:00:00Z</dcterms:created>
  <dcterms:modified xsi:type="dcterms:W3CDTF">2026-01-01T00:00:00Z</dcterms:modified>
  <cp:category/>
</cp:coreProperties>
</file>